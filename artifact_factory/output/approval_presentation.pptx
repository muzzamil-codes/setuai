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SETU Approval Note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Company: SETU</a:t>
            </a:r>
          </a:p>
          <a:p>
            <a:r>
              <a:t>Reviewer: Parvez Ashraf</a:t>
            </a:r>
          </a:p>
          <a:p>
            <a:r>
              <a:t>Department: Procurement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Findings: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Perform quaterly inspection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pprova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1000000"/>
            <a:ext cx="4000000" cy="4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